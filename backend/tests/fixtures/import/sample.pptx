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Results</a:t>
            </a:r>
          </a:p>
          <a:p>
            <a:pPr lvl="1"/>
            <a:r>
              <a:rPr lang="en-US" dirty="0"/>
              <a:t>Revenue &amp; churn</a:t>
            </a:r>
          </a:p>
          <a:p>
            <a:r>
              <a:rPr lang="en-US" dirty="0"/>
              <a:t>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Quarterly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Poll Fixture">
  <a:themeElements>
    <a:clrScheme name="OpenPoll">
      <a:dk1>
        <a:sysClr val="windowText" lastClr="000000"/>
      </a:dk1>
      <a:lt1>
        <a:sysClr val="window" lastClr="FFFFFF"/>
      </a:lt1>
      <a:dk2>
        <a:srgbClr val="1F2937"/>
      </a:dk2>
      <a:lt2>
        <a:srgbClr val="F3F4F6"/>
      </a:lt2>
      <a:accent1>
        <a:srgbClr val="F59E0B"/>
      </a:accent1>
      <a:accent2>
        <a:srgbClr val="3B82F6"/>
      </a:accent2>
      <a:accent3>
        <a:srgbClr val="10B981"/>
      </a:accent3>
      <a:accent4>
        <a:srgbClr val="EF4444"/>
      </a:accent4>
      <a:accent5>
        <a:srgbClr val="8B5CF6"/>
      </a:accent5>
      <a:accent6>
        <a:srgbClr val="EC4899"/>
      </a:accent6>
      <a:hlink>
        <a:srgbClr val="2563EB"/>
      </a:hlink>
      <a:folHlink>
        <a:srgbClr val="7C3AED"/>
      </a:folHlink>
    </a:clrScheme>
    <a:fontScheme name="OpenPol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penPol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OpenPoll fixture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OpenPoll import fixture</dc:title>
  <dcterms:created xsi:type="dcterms:W3CDTF">2026-01-01T00:00:00Z</dcterms:created>
</cp:coreProperties>
</file>